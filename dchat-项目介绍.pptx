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· macOS 四端互通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69 次提交 / 9 天   ·   四端自有代码 2.27 万行（实现 + 测试 + 安卓）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2115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一句话：不依赖任何聊天框架，从协议到加密自己搭的四端聊天系统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四端互通：Windows、安卓、Linux、macOS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四端字节级一致：同一条消息在四端解出来必须一模一样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有测试：四端合计 2115 项检查（C++ 1787 + 安卓 328）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客户端：17,817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测试代码：4,064 行（16 个测试程序）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另有工具脚本 5,190 行（压测、画图、打包）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四个客户端共用一份协议层源码，服务端三端都能跑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Windows / Linux / macOS 三个客户端与服务端共用同一份 C++ 协议层；安卓端是 Kotlin 重写，靠同一套测试向量保证行为一致。协议刻意选「行式文本」：能用 telnet 手工测、加字段只追加不重排——字段按位置解析，附件种类放在第 7 格，插到中间老客户端就会把标记当字节数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6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828800"/>
                <a:gridCol w="1828800"/>
                <a:gridCol w="1828800"/>
                <a:gridCol w="1828800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macOS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未测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Cocoa 原生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端是终端界面，因此没有图片预览；贴纸按普通附件收发，不做内联渲染。macOS 的语音消息这一项没测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7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69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起步与第二个端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C++ 客户端 + 服务端先跑通；随即加安卓客户端（Kotlin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协议层、气泡界面、三端格局成型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5074920"/>
            <a:ext cx="5440680" cy="16002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516635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几个改变了走向的决定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532120"/>
            <a:ext cx="51480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加密放在第 3 天而不是第 1 天：先跑通聊天、摸熟协议再套加密，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 否则每次调协议都要先怀疑是不是加密错了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先立「附件种类字段」再加功能：表情/贴纸/语音都走这一条路径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5074920"/>
            <a:ext cx="5440680" cy="16002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516635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吃过亏的地方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5532120"/>
            <a:ext cx="51480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界面被退回重做两次（「太丑」「太挤」）→ 先离屏渲染三套方案再写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新端放最后且先做密码学：真正的风险是「各端算出来的字节不一样」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时间按提交日期归并，不是精确工时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四端同服务器互相收发；macOS ↔ Windows / Linux / Android 双向互发、附件互传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1064240" cy="111556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ECDH P-256 · HKDF-SHA256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140817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抓包看不到密码与内容；改一字节就解不开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25295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F6FEB"/>
                </a:solidFill>
                <a:latin typeface="微软雅黑"/>
              </a:rPr>
              <a:t>畸形数据 11 类全部未命中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04288"/>
            <a:ext cx="11064240" cy="111556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2491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TOFU 指纹：第一次记住，之后每次比对，变了就中止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59689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服务器密钥被换掉时立刻明确警告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1401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68A57"/>
                </a:solidFill>
                <a:latin typeface="微软雅黑"/>
              </a:rPr>
              <a:t>与 Kotlin 跨语言握手比对一致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93008"/>
            <a:ext cx="11064240" cy="111556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47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1363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连接上限 · 单 IP 上限 · 握手超时 · 限速 · 发言间隔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78561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把占着连接不说话、狂建连接在入口掐掉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0273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洪泛 200 条 → 正好 60 存活 / 140 被拒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慢速 40 条 × 25 秒 → 40/40 按时断开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1064240" cy="111556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365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0235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PBKDF2-HMAC-SHA256 加盐 · 登录失败窗口封禁 · 不落盘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97433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79145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3A2B"/>
                </a:solidFill>
                <a:latin typeface="微软雅黑"/>
              </a:rPr>
              <a:t>错密码 12 次 → 12/12 被拒，一次没登上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四层互相独立：加密被绕过仍有指纹，指纹被忽略仍有连接上限，上限被绕开仍有凭据哈希。右栏是每层的实测证据（真服务端），攻击后内存稳定 9.3–10.3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1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5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1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8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2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1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6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9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2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3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5" dur="400"/>
                                    <p:tgtEl>
                                      <p:spTgt spid="1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3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8" dur="400"/>
                                    <p:tgtEl>
                                      <p:spTgt spid="1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4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1" dur="400"/>
                                    <p:tgtEl>
                                      <p:spTgt spid="1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4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4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6" dur="400"/>
                                    <p:tgtEl>
                                      <p:spTgt spid="1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4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4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9" dur="400"/>
                                    <p:tgtEl>
                                      <p:spTgt spid="1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5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2" dur="400"/>
                                    <p:tgtEl>
                                      <p:spTgt spid="2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5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5" dur="400"/>
                                    <p:tgtEl>
                                      <p:spTgt spid="2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5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8" dur="400"/>
                                    <p:tgtEl>
                                      <p:spTgt spid="2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6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1" dur="400"/>
                                    <p:tgtEl>
                                      <p:spTgt spid="2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/>
      <p:bldP spid="15" grpId="0"/>
      <p:bldP spid="16" grpId="0"/>
      <p:bldP spid="17" grpId="0"/>
      <p:bldP spid="19" grpId="0"/>
      <p:bldP spid="20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攻击对比曲线：连接上限与慢速耗尽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左边是「建太多」、右边是「占着不动」——两类攻击都被硬性拦住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32788"/>
            <a:ext cx="5715000" cy="2286000"/>
          </a:xfrm>
          <a:prstGeom prst="rect">
            <a:avLst/>
          </a:prstGeom>
        </p:spPr>
      </p:pic>
      <p:pic>
        <p:nvPicPr>
          <p:cNvPr id="4" name="Picture 3" descr="chart-time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2788"/>
            <a:ext cx="5715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864608"/>
            <a:ext cx="3657600" cy="16916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连接上限：硬封顶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左侧蓝线在 60 处变成水平——是硬封顶，不是「大概拦一拦」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右侧红线严格 1:1：超出多少拒多少，一条不漏也不多拒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4864608"/>
            <a:ext cx="3657600" cy="16916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970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慢速耗尽：按时清零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三条阶跃线精确落在设定值（5/10/20 秒），无延迟漂移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无论配置多长最终都清零，攻击者拿不到「一直占着」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864608"/>
            <a:ext cx="3520440" cy="16916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84464" y="4956048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5321808"/>
            <a:ext cx="32278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8 个连接数测试点 + 3 种超时配置，各有实测记录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复现：tools/loadtest.cpp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关闭前先回一条 ERROR，用户看得懂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2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4" dur="400"/>
                                    <p:tgtEl>
                                      <p:spTgt spid="1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6" grpId="0"/>
      <p:bldP spid="7" grpId="0"/>
      <p:bldP spid="9" grpId="0"/>
      <p:bldP spid="10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526" y="932688"/>
            <a:ext cx="5847906" cy="2514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3611880"/>
            <a:ext cx="3657600" cy="1188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611880"/>
            <a:ext cx="3657600" cy="11887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3611880"/>
            <a:ext cx="3520440" cy="11887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37033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069080"/>
            <a:ext cx="32278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66928" y="4956048"/>
          <a:ext cx="110642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120640"/>
                <a:gridCol w="1463040"/>
              </a:tblGrid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规则（共 17 条，全部是运行时参数）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maxconns / maxconnsperip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连接总数 / 同一 IP 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/ 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登录失败封禁 / 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 / 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注册冷却 / 账号总量上限（本次新增）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 / chatinterval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上传下载限速 / 发言间隔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 / 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文本长度 / 行数 / 单文件 / 暂存总量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64MB / 1024MB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3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6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四端互通：全部组合实测通过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· Linux · macOS · Android 同一个服务器，两两之间互相都能看到消息</a:t>
            </a:r>
          </a:p>
        </p:txBody>
      </p:sp>
      <p:pic>
        <p:nvPicPr>
          <p:cNvPr id="3" name="Picture 2" descr="chart-inte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960120"/>
            <a:ext cx="853440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983480"/>
            <a:ext cx="3657600" cy="15544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这次补上了什么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macOS 首次真机编译：零报错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原先只做过静态验证（交叉编译）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现在补上了运行与互通验证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那张「不夸大」图已改成「已实测」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983480"/>
            <a:ext cx="3657600" cy="15544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已验证的功能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登录 / 收发消息（与另外三个平台双向互发）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四端同时在线，互相都看得到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附件（文件）在端之间传过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彩色文字在 mac 上显示正常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983480"/>
            <a:ext cx="3520440" cy="15544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0749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为什么不全部涂绿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440680"/>
            <a:ext cx="3227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语音消息没测，那一行标红写「未测」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灰色格是这一轮没测的组合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标出来比统一涂绿更有用：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下一个要补的地方一目了然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35 项：收发 /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还有附件（下载内容逐字节核对）与语音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17" y="1005840"/>
            <a:ext cx="7858125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跨端握手永远失败，但没有任何报错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15568"/>
          <a:ext cx="110642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4434840"/>
            <a:ext cx="5440680" cy="22402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分工：AI 做了什么 / 人做了什么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写全部代码的第一版（C++ / Kotlin / Python 一样）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跑构建、跑测试、读日志、定位失败；操作 Kali 做跨平台验证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人定优先级、在真机试并给界面反馈、定项目约定、管仓库与发布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人做的是「判断」：什么该先做、什么算做完、哪些结论不能写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4434840"/>
            <a:ext cx="5440680" cy="22402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① 写可被测试的纯逻辑：解析/判定/格式化抽成纯函数，一改就能验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② 交叉核对而不是相信「应该对」：写探针把中间量打出来逐字节 diff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③ 顺着日志往下挖：临时日志 + strace 看实际发出的字节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④ 知道它会怎么错，才知道该在哪些地方加检查（就是左边那五条）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跨端一致性不是靠小心，是靠同一套测试向量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