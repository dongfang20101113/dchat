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三端互通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8704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53 次提交 / 9 天   ·   三端共 2.7 万行自有代码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199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990+ 项测试全过   ·   端到端加密   ·   压测与攻击实测防护生效   ·   内存稳定 10 MB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一句话：不依赖任何聊天框架，从协议到加密自己搭的三端聊天系统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三端互通：Windows、安卓、Linux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三端字节级一致：同一条消息在三端解出来必须一模一样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有测试：三端合计 990+ 项检查全部通过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Windows 客户端：13,852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Linux 客户端：2,602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测试代码：3,738 行（16 个测试程序）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三个客户端共用一份协议层源码，服务端两头都能跑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端和服务端共用同一份 C++ 协议层；安卓端是 Kotlin 重写，靠同一套测试向量保证行为一致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03119"/>
                <a:gridCol w="2103119"/>
                <a:gridCol w="2103119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协议设计：为什么选行式文本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简单到能用肉眼调试，是这个项目最重要的一个决定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每行一条命令，UTF-8 编码，单行 4096 字节上限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例：SAY 小明 你好、MSG 你好、FILE_SEND F1 名字 大小 voice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好处一：能用 telnet / nc 直接手工测，不用抓包解密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好处二：加字段只要追加在末尾，老客户端读到旧的格数就停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好处三：三端实现都短，安卓 Kotlin 和 C++ 各写一遍也不累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B03A2B"/>
                </a:solidFill>
                <a:latin typeface="微软雅黑"/>
              </a:rPr>
              <a:t>踩过的坑：字段是「按位置」解析的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附件的种类放在第 7 格（追加），绝不能插到中间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一旦插错位置，老客户端会把标记当成字节数去解析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所以连注释里都写死了：只追加、不重排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46520" y="1188720"/>
            <a:ext cx="5166360" cy="22860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92824" y="1280160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附件种类字段（三端一致）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2824" y="1645920"/>
            <a:ext cx="48737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0 / file    → 普通文件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1 / sticker → 贴纸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voice       → 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判定只看这一格，不看扩展名——安卓录的是 .m4a、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桌面端是 .wav，扩展名根本不可靠。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3657600"/>
            <a:ext cx="5166360" cy="21488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92824" y="3749039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彩色文字的语法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4" y="4114800"/>
            <a:ext cx="487375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&amp;a        快捷色（十六个，三端颜色表完全相同）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&amp;#ff8800  真彩色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&amp;&amp;        一个字面量 &amp;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服务器关掉彩色聊天时，色码原样显示而不是被吃掉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——否则用户会以为自己的字被吞了。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三端一致：三处必须字节级相同的约定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这三条任何一条错了，都是「不报错、只是永远连不上」的那种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约定一：ECDH 共享密钥用大端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Windows 的 CNG 返回小端，必须翻转；OpenSSL 本来就是大端，绝不能翻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约定二：公钥在线路上是裸的 X‖Y（各 32 字节）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不能带 BCRYPT_ECCKEY_BLOB 那种平台专有的头部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约定三：AES-GCM 的输出是「密文在前、16 字节标签在后」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必须和 Java 的 Cipher.doFinal 一致，否则安卓端解不开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为什么反复强调：错了不会崩、不会报错，只会「握手看起来成功了但消息是乱码」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53 次提交、9 天，按提交信息可以分成八个阶段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局域网聊天室：C++ 客户端 + 服务端，先跑通再说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协议层、自定义气泡界面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第二个端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三端格局成型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时间按提交日期归并，不是精确工时；阶段划分依据是提交信息里能看出的功能边界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开发过程的几个转折点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哪些决定改变了后面的走向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加密放在第 3 天，而不是第 1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先把聊天跑通、把协议摸熟，再套加密。反过来做的话，每次调协议都要先怀疑是不是加密错了。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414016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先把「种类字段」立起来，再加功能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表情、贴纸、语音三个功能都靠附件这一条路径。先定好那一格怎么扩，后面三个功能都是小改动。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39312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3712464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界面被退回重做两次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51376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第一版太朴素、第二版太密集。用户直接说「太丑」「太挤」，于是先用离屏渲染出三套方案，选完再写。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864608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Linux 端放最后，并且先做密码学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766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真正的风险不是界面，是「三端算出来的字节不一样」。所以第一步就是抽象加密后端 + 跑同一套测试向量。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15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921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9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741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三端互通实测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客户端 ↔ Windows 服务端、Windows 协议层 ↔ Linux 服务端，双向加密握手成功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安全设计：纵深防御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没有单点神话，是四层叠起来——每一层都假设上一层可能被绕过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64240" cy="1042415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161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第 1 层  传输加密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18488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ECDH P-256 握手 · HKDF-SHA256 派生 · AES-256-GCM 逐条认证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144475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抓包看不到密码与聊天内容；改一个字节就解不开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322576"/>
            <a:ext cx="11064240" cy="1042415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36829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第 2 层  身份与信任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0632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TOFU 指纹：第一次记住，之后每次比对，变了就中止连接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服务器密钥被换掉时，用户会立刻看到明确警告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74720"/>
            <a:ext cx="11064240" cy="1042415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520439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第 3 层  资源与准入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22776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连接数上限 · 单 IP 上限 · 握手超时 · 上传下载限速 · 发言间隔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74903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把「占着连接不说话」和「狂建连接」在入口掐掉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26864"/>
            <a:ext cx="11064240" cy="1042415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672583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第 4 层  凭据保护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PBKDF2-HMAC-SHA256 加盐 · 登录失败窗口封禁 · 密码不落盘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901183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拖走账号文件也拿不到密码；在线暴破被时间窗限住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四层互相独立：加密被绕过仍有指纹，指纹被忽略仍有连接上限，上限被绕开仍有凭据哈希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压力与攻击实测（一）：防护是否真的生效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在 Kali 虚拟机上对着真服务端打出来的，不是估算值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286000"/>
                <a:gridCol w="6126480"/>
              </a:tblGrid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攻击方式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配置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实测结果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连接洪泛 200 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 = 60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正好 60 条存活、140 条被拒——上限精确生效，服务端逐条记录拒绝原因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慢速连接耗尽 40 条 × 占住 25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 = 10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40/40 全部被按时断开；服务端日志出现 72 次 handshake 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暴力破解 12 次错误密码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loginfails = 5（5 分钟窗口）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12/12 全部被拒，攻击方一次都没登上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畸形数据 11 类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超长行 / 二进制乱字节 / 无换行灌数据 / 伪造 HELLO_OK / 未握手注入 ENC / 半包即断——全部未命中，服务端未崩溃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攻击后正常业务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新客户端仍能正常注册、登录、收发消息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内存占用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攻击全程稳定在 9.3–10.3 MB，无增长失控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复现方式：tools/loadtest.cpp（POSIX socket 手写，五个独立场景：flood / slowloris / badlogin / garbage / echo）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压力与攻击实测（二）：吞吐与稳定性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数量级是真实吞吐，不是写缓冲假象——和服务端日志逐条计数核对过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3566160" cy="196596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3273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>
                <a:solidFill>
                  <a:srgbClr val="1F6FEB"/>
                </a:solidFill>
                <a:latin typeface="微软雅黑"/>
              </a:rPr>
              <a:t>16 客户端持续压测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3273552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处理消息 474,296 条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墙钟 2.4 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服务端 CPU 17 秒（多核并行）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广播式分发，非单线程上限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188720"/>
            <a:ext cx="3566160" cy="19659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62272" y="1280160"/>
            <a:ext cx="3273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>
                <a:solidFill>
                  <a:srgbClr val="168A57"/>
                </a:solidFill>
                <a:latin typeface="微软雅黑"/>
              </a:rPr>
              <a:t>资源占用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2272" y="1645920"/>
            <a:ext cx="3273552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空载内存 9.2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攻击 + 压测全程 9.8–10.8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全程零崩溃、零重启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单文件静态二进制，无外部依赖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5008" y="1188720"/>
            <a:ext cx="3566160" cy="196596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11312" y="1280160"/>
            <a:ext cx="3273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>
                <a:solidFill>
                  <a:srgbClr val="B06C0C"/>
                </a:solidFill>
                <a:latin typeface="微软雅黑"/>
              </a:rPr>
              <a:t>建连能力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645920"/>
            <a:ext cx="3273552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200 条并发连接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默认配置建连 6 ms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约 33,000 连接/秒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（本机回环，非广域网指标）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10128"/>
            <a:ext cx="11064240" cy="233172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3401568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这些数字为什么可信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10771632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吞吐不是「写进去就算成功」：服务端日志逐条统计 MSG，实测 474,296 条，与客户端计数一致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连接不是「connect 返回 0 就算建立」：必须等不到 FIN 才算存活——这条修正让「连接洪泛」的结论从「200 条全通」变成「恰好 60 条」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慢速耗尽不是「send 成功就算还占着」：必须读到 FIN 才算被断开——修正后结论从「0 条被断开」变成「40/40 全部断开」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换句话说：每一条「防护有效」的结论，都先把测量工具本身验证过一遍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可调防护规则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所有防护都是运行时参数：改一行、重启即生效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79"/>
                <a:gridCol w="5394960"/>
                <a:gridCol w="2285999"/>
              </a:tblGrid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规则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默认值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同时连接总数上限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的同时连接上限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loginfails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 IP 每 5 分钟允许的登录失败次数，超出即封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连上后多少秒内必须登录，否则断开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30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uploadrate / downloadrate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单客户端上传 / 下载限速（KB/s）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maxtextlen / maxtextlines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单条消息最大字符数 / 行数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chatinterval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发言最小间隔，防刷屏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documentsize / maxservertemp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单文件上限 / 暂存总量上限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64 MB / 1024 MB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默认只开握手超时是刻意的：先保证「拿下来就能用」，要上公网再按需开启——加固后的实测见前两页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边界：哪些是防护，哪些不是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一份诚实的威胁模型，比一堆形容词有用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5486400" cy="23317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已经做到的（有实测支撑）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5193792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被动窃听：抓包看不到密码与聊天内容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内容篡改：GCM 逐条认证，改一个字节即失效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密钥变更可见：TOFU 指纹变了会中止并告警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应用层资源耗尽：连接上限 + 握手超时实测生效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在线暴力破解：失败次数窗口封禁实测生效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畸形输入：11 类攻击样本未造成崩溃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188720"/>
            <a:ext cx="5486400" cy="233172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91072" y="1280160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明确没做的（写在代码注释里）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45920"/>
            <a:ext cx="5193792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主动中间人：裸 ECDH 没有身份认证，能劫持线路的人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理论上可以分别和两端握手——要挡它需要证书或预共享密钥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网络层大流量 DDoS：本项目只做应用层防护，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真正的流量清洗要靠上游运营商 / 云清洗 / CDN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端到端加密：服务端能解密消息（它要转发、要存历史）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密码找回、多设备同步、消息签名——都没有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75887"/>
            <a:ext cx="11064240" cy="20574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767327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为什么要把「没做的」也写出来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133087"/>
            <a:ext cx="1077163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安全材料里最危险的不是「防护少」，而是「你以为防护了很多」——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使用者按错误假设去用，风险比明说大得多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这不是事后补的：项目从第一版加密起就在 crypto.h 里写着「不保护主动中间人」，README 照抄同一句话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前面的实测数字证明的是「规则按设计生效」，不是「服务器打不死」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在项目里做了什么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公开说明：这个项目从第一行代码起就是 AI 结对开发的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5440680" cy="23774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AI 承担的部分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全部代码的第一版：C++ / Kotlin / Python 都一样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设计并撰写中文注释（这个项目的注释密度很高）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跑构建、跑测试、读日志、定位失败原因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操作 Kali 虚拟机做跨平台验证（装工具链、传文件、跑 ctest）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写提交信息、README、以及这份 PPT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188720"/>
            <a:ext cx="5440680" cy="2377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45936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人承担的部分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决定先做什么、后做什么（优先级全由人定）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在真机上试、给出界面反馈（「太挤」「太丑」「这按钮呢」）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定下项目约定：中文注释、不用 #define、避免 Python、先问再做安全相关写入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仓库治理与发布决策（什么时候推 GitHub、发不发二进制）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49039"/>
            <a:ext cx="11064240" cy="20574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40479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一个坦诚的比例估计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06240"/>
            <a:ext cx="1077163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代码字数、注释、测试、文档、构建与验证脚本：绝大部分由 AI 产出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方向、取舍、验收标准、以及「什么算做完了」：全部由人决定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这个项目里 AI 更像一个执行力很强的实现者 + 一个不会累的验证者，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  而不是决策者。决策错了的时候（比如界面改版方向），返工成本也是真实的。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最有效的三个用法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按实际收益排序，不是理论上的优点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64240" cy="1481328"/>
          </a:xfrm>
          <a:prstGeom prst="rect">
            <a:avLst/>
          </a:prstGeom>
          <a:solidFill>
            <a:srgbClr val="FFFFFF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04672" y="13441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>
                <a:solidFill>
                  <a:srgbClr val="168A57"/>
                </a:solidFill>
                <a:latin typeface="微软雅黑"/>
              </a:rPr>
              <a:t>① 写「可被测试的纯逻辑」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837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协议解析、色码解析、补全、TOFU 判定、时长格式化，全部抽成纯函数。AI 写这些又快又稳，而且一有测试，后面所有修改都能立刻验证。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834640"/>
            <a:ext cx="11064240" cy="14813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9443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>
                <a:solidFill>
                  <a:srgbClr val="1F6FEB"/>
                </a:solidFill>
                <a:latin typeface="微软雅黑"/>
              </a:rPr>
              <a:t>② 交叉核对，而不是相信「应该对」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4381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「两端算出来的字节是否一致」这类问题，AI 的办法是：写探针程序把中间量打出来，逐字节 diff。三端一致的三个坑就是这么找出来的。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434840"/>
            <a:ext cx="11064240" cy="1481328"/>
          </a:xfrm>
          <a:prstGeom prst="rect">
            <a:avLst/>
          </a:prstGeom>
          <a:solidFill>
            <a:srgbClr val="FFFFFF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04672" y="4544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>
                <a:solidFill>
                  <a:srgbClr val="B06C0C"/>
                </a:solidFill>
                <a:latin typeface="微软雅黑"/>
              </a:rPr>
              <a:t>③ 顺着日志往下挖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0383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拿不到结果时不猜，而是加临时日志、看服务端记录、用 strace 看实际发出去的字节。好几个 bug 是这样在几分钟内定位的。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4300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这一页的价值在于：知道 AI 会怎么错，才知道该在哪些地方加检查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>
                <a:solidFill>
                  <a:srgbClr val="FFFFFF"/>
                </a:solidFill>
                <a:latin typeface="微软雅黑"/>
              </a:rPr>
              <a:t>现在就能试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2468880"/>
            <a:ext cx="10058400" cy="2148840"/>
          </a:xfrm>
          <a:prstGeom prst="rect">
            <a:avLst/>
          </a:prstGeom>
          <a:solidFill>
            <a:srgbClr val="0E1C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25880" y="26517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下载免编译的 Linux 包，解包就能跑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tar -xzf dchat-linux-x86_64.tar.gz &amp;&amp; cd dchat-linux-x86_64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chmod +x dchat_client dchat_server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./dchat_client --host 服务器地址 --port 5555 --user 名字 --pass 密码 --register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或者自己开一台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./dchat_server --port 5555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github.com/dongfang20101113/DChat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Windows / 安卓 / Linux 三端 · 端到端加密 · 990+ 项测试检查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实测：连接上限精确生效 · 握手超时 40/40 断开 · 暴破 12/12 拦下 · 内存稳定 10 MB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欢迎试用、提问题、或者直接拿去改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