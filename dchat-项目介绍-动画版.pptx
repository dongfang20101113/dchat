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600">
                <a:solidFill>
                  <a:srgbClr val="FFFFFF"/>
                </a:solidFill>
                <a:latin typeface="微软雅黑"/>
              </a:rPr>
              <a:t>dchat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788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>
                <a:solidFill>
                  <a:srgbClr val="A9C2E8"/>
                </a:solidFill>
                <a:latin typeface="微软雅黑"/>
              </a:rPr>
              <a:t>一个自研的局域网 / 公网聊天室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>
                <a:solidFill>
                  <a:srgbClr val="8FADD8"/>
                </a:solidFill>
                <a:latin typeface="微软雅黑"/>
              </a:rPr>
              <a:t>Windows · 安卓 · Linux 三端互通 · 端到端加密 · 逐行手写的协议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06240"/>
            <a:ext cx="2926080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5720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项目介绍 · 功能与架构 · 开发过程梗概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>
                <a:solidFill>
                  <a:srgbClr val="C7D7EF"/>
                </a:solidFill>
                <a:latin typeface="微软雅黑"/>
              </a:rPr>
              <a:t>以及 AI 在整个过程中的使用情况与真实复盘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8704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github.com/dongfang20101113/DChat   ·   53 次提交 / 9 天   ·   三端共 2.7 万行自有代码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61996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>
                <a:solidFill>
                  <a:srgbClr val="7E9BC6"/>
                </a:solidFill>
                <a:latin typeface="微软雅黑"/>
              </a:rPr>
              <a:t>990+ 项测试全过   ·   端到端加密   ·   压测与攻击实测防护生效   ·   内存稳定 10 MB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这个项目是什么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一句话：不依赖任何聊天框架，从协议到加密自己搭的三端聊天系统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定位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局域网里几个人就能开聊；配上端口映射也能跑公网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服务端一个人跑，客户端随手拷走就能用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三端互通：Windows、安卓、Linux 互发消息 / 文件 / 语音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技术上刻意选择的难点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协议自己定：行式 UTF-8，每行一条命令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加密自己做：ECDH 握手 + AES-256-GCM，不发明原语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三端字节级一致：同一条消息在三端解出来必须一模一样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界面自己画：桌面端 GDI+ 自绘气泡，不用现成 UI 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234440"/>
            <a:ext cx="5212080" cy="21488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325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它不是玩具的地方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91640"/>
            <a:ext cx="491947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有账号体系：PBKDF2 加盐哈希，不存明文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有公网加固：连接数上限、防爆破、握手超时、限速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 TOFU：记住服务器指纹，指纹变了会明确警告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有测试：三端合计 990+ 项检查全部通过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66160"/>
            <a:ext cx="5212080" cy="22402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5760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代码规模（实测，不含 build 产物）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4023360"/>
            <a:ext cx="491947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C++ 协议层 + 服务端 + Windows 客户端：13,852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安卓 Kotlin：10,853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Linux 客户端：2,602 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测试代码：3,738 行（16 个测试程序）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整体架构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三个客户端共用一份协议层源码，服务端两头都能跑</a:t>
            </a:r>
          </a:p>
        </p:txBody>
      </p:sp>
      <p:pic>
        <p:nvPicPr>
          <p:cNvPr id="3" name="Picture 2" descr="diagra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48" y="1097280"/>
            <a:ext cx="8654142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Linux 端和服务端共用同一份 C++ 协议层；安卓端是 Kotlin 重写，靠同一套测试向量保证行为一致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功能一览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三端都有的功能，以及各自特有的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103119"/>
                <a:gridCol w="2103119"/>
                <a:gridCol w="2103119"/>
              </a:tblGrid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Windows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安卓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Linux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连接 / 注册 / 登录 / 改密码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群聊 + 多行消息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彩色文字（&amp;a 快捷色 / #rrggbb）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 + 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文件上传下载（含进度、重名处理）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语音消息（录制 / 播放 / 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表情与贴纸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贴纸按附件收发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指令 + Tab 补全 / 历史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图片与视频缩略图预览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有（系统缩略图）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无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深色模式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跟随终端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界面形态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Win32 自绘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Compose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终端 TUI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Linux 端是终端界面，因此没有图片预览；贴纸按普通附件收发，不做内联渲染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界面实拍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左边是桌面端的界面效果图（离屏渲染，复用真界面的配色与字号）</a:t>
            </a:r>
          </a:p>
        </p:txBody>
      </p:sp>
      <p:pic>
        <p:nvPicPr>
          <p:cNvPr id="3" name="Picture 2" descr="ui-proposal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23" y="1143000"/>
            <a:ext cx="5860472" cy="4114800"/>
          </a:xfrm>
          <a:prstGeom prst="rect">
            <a:avLst/>
          </a:prstGeom>
        </p:spPr>
      </p:pic>
      <p:pic>
        <p:nvPicPr>
          <p:cNvPr id="4" name="Picture 3" descr="chat-phone-393x851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492" y="1143000"/>
            <a:ext cx="190025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安卓截图由 Robolectric 在真实布局上渲染得出，不是手绘示意图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协议设计：为什么选行式文本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简单到能用肉眼调试，是这个项目最重要的一个决定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每行一条命令，UTF-8 编码，单行 4096 字节上限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例：SAY 小明 你好、MSG 你好、FILE_SEND F1 名字 大小 voice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好处一：能用 telnet / nc 直接手工测，不用抓包解密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好处二：加字段只要追加在末尾，老客户端读到旧的格数就停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好处三：三端实现都短，安卓 Kotlin 和 C++ 各写一遍也不累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B03A2B"/>
                </a:solidFill>
                <a:latin typeface="微软雅黑"/>
              </a:rPr>
              <a:t>踩过的坑：字段是「按位置」解析的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附件的种类放在第 7 格（追加），绝不能插到中间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一旦插错位置，老客户端会把标记当成字节数去解析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所以连注释里都写死了：只追加、不重排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46520" y="1188720"/>
            <a:ext cx="5166360" cy="228600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92824" y="1280160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附件种类字段（三端一致）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2824" y="1645920"/>
            <a:ext cx="4873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0 / file    → 普通文件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1 / sticker → 贴纸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voice       → 语音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判定只看这一格，不看扩展名——安卓录的是 .m4a、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桌面端是 .wav，扩展名根本不可靠。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3657600"/>
            <a:ext cx="5166360" cy="214884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92824" y="3749039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彩色文字的语法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2824" y="4114800"/>
            <a:ext cx="487375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&amp;a        快捷色（十六个，三端颜色表完全相同）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&amp;#ff8800  真彩色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&amp;&amp;        一个字面量 &amp;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服务器关掉彩色聊天时，色码原样显示而不是被吃掉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——否则用户会以为自己的字被吞了。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加密设计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ECDH P-256 握手 → HKDF-SHA256 派生 → AES-256-GCM 会话加密</a:t>
            </a:r>
          </a:p>
        </p:txBody>
      </p:sp>
      <p:pic>
        <p:nvPicPr>
          <p:cNvPr id="3" name="Picture 2" descr="diagram-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1051560"/>
            <a:ext cx="8686800" cy="4114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5257800"/>
            <a:ext cx="5532120" cy="12344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350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保护什么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被动窃听：抓包看不到密码和聊天内容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篡改：GCM 自带认证，改一个字节就解不开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257800"/>
            <a:ext cx="5532120" cy="123444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349240"/>
            <a:ext cx="5239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不保护什么（写进代码注释了）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715000"/>
            <a:ext cx="52395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主动中间人：裸 ECDH 没有身份认证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所以有 TOFU：第一次记住指纹，之后每次比对，变了就警告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三端一致：三处必须字节级相同的约定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这三条任何一条错了，都是「不报错、只是永远连不上」的那种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约定一：ECDH 共享密钥用大端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Windows 的 CNG 返回小端，必须翻转；OpenSSL 本来就是大端，绝不能翻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约定二：公钥在线路上是裸的 X‖Y（各 32 字节）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不能带 BCRYPT_ECCKEY_BLOB 那种平台专有的头部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16284A"/>
                </a:solidFill>
                <a:latin typeface="微软雅黑"/>
              </a:rPr>
              <a:t>约定三：AES-GCM 的输出是「密文在前、16 字节标签在后」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必须和 Java 的 Cipher.doFinal 一致，否则安卓端解不开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为什么反复强调：错了不会崩、不会报错，只会「握手看起来成功了但消息是乱码」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服务端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Windows 和 Linux 跑同一份源码，只换 socket 层和加密后端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并发模型：每个连接一个线程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聊天是低并发 IO，线程模型足够，也不需要 epoll 的复杂度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账号与安全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PBKDF2-HMAC-SHA256 加盐，落盘的只有哈希和盐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身份密钥落盘（标量 + 公钥的十六进制），TOFU 才有意义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公网加固：连接数上限、单 IP 上限、登录失败封禁、握手超时</a:t>
            </a:r>
          </a:p>
          <a:p>
            <a:pPr algn="l" lvl="1">
              <a:lnSpc>
                <a:spcPct val="115000"/>
              </a:lnSpc>
              <a:spcAft>
                <a:spcPts val="5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可调规则：限速、文本长度与行数、暂存附件保留时长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>
                <a:solidFill>
                  <a:srgbClr val="16284A"/>
                </a:solidFill>
                <a:latin typeface="微软雅黑"/>
              </a:rPr>
              <a:t>控制台指令：/ban /kick /op /say /chatrule /ip 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188720"/>
            <a:ext cx="5212080" cy="210312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47104" y="128016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跨平台移植只动了两个地方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47104" y="1645920"/>
            <a:ext cx="4919472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socket 层：Winsock → POSIX（封在 socket_util.h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加密后端：CNG → OpenSSL（封在 crypto_backend.h 后面）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业务代码一个字没改——移植点越少，越不容易改出新 bug。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520440"/>
            <a:ext cx="5212080" cy="228600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47104" y="3611880"/>
            <a:ext cx="4919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被 socket 层挡住的两个坑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7104" y="3977639"/>
            <a:ext cx="49194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SIGPIPE：Linux 上往已关闭的连接写，默认直接杀掉整个进程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→ 所有发送都走带 MSG_NOSIGNAL 的封装，绝不裸调 send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keepalive：Windows 用 WSAIoctl 一次设好，Linux 要三个独立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setsockopt → 数值定成同一组，两端发现死连接的时间才一致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开发过程梗概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53 次提交、9 天，按提交信息可以分成八个阶段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666"/>
                <a:gridCol w="6396513"/>
                <a:gridCol w="276606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做了什么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关键产物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1 天  起步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局域网聊天室：C++ 客户端 + 服务端，先跑通再说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协议层、自定义气泡界面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1 天  第二个端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安卓客户端（Kotlin + Compose）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三端格局成型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2 天  公网加固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限速、文本限制、多行消息、连接数上限、防爆破、握手超时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可调规则系统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3 天  加密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ECDH + HKDF + AES-GCM，从协议层一路接到三端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TOFU 指纹闭环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4~5 天  功能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表情、贴纸、语音（录制/播放/自动下载）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附件种类字段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6 天  界面返工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重新设计桌面端界面：菜单栏、齿轮设置、＋菜单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离屏渲染效果图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7 天  彩蛋与修复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彩色文字代码端到端；修 6 处用户反馈 + 1 处自己引入的回归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取色盘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第 8~9 天  第三个端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Linux：加密后端抽象、服务端移植、终端客户端、预编译包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741 项 Linux 检查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时间按提交日期归并，不是精确工时；阶段划分依据是提交信息里能看出的功能边界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开发过程的几个转折点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哪些决定改变了后面的走向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2618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加密放在第 3 天，而不是第 1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先把聊天跑通、把协议摸熟，再套加密。反过来做的话，每次调协议都要先怀疑是不是加密错了。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14016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先把「种类字段」立起来，再加功能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表情、贴纸、语音三个功能都靠附件这一条路径。先定好那一格怎么扩，后面三个功能都是小改动。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39312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712464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界面被退回重做两次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5137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第一版太朴素、第二版太密集。用户直接说「太丑」「太挤」，于是先用离屏渲染出三套方案，选完再写。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864608"/>
            <a:ext cx="11064240" cy="1115568"/>
          </a:xfrm>
          <a:prstGeom prst="rect">
            <a:avLst/>
          </a:prstGeom>
          <a:solidFill>
            <a:srgbClr val="FFFFFF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Linux 端放最后，并且先做密码学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202938"/>
                </a:solidFill>
                <a:latin typeface="微软雅黑"/>
              </a:rPr>
              <a:t>真正的风险不是界面，是「三端算出来的字节不一样」。所以第一步就是抽象加密后端 + 跑同一套测试向量。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怎么证明它是对的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这个项目里「验证」和「写代码」花的力气差不多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7223759"/>
              </a:tblGrid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验证手段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规模 / 结果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Windows 端 15 个测试程序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921 项检查，全部通过；构建 0 告警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Linux 端 9 个测试程序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741 项检查，全部通过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安卓端单元测试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328 个测试、19 个测试类，全部通过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密码学测试向量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HKDF 对 RFC 5869、AES-GCM 对 NIST、ECDH 固定向量、与 Kotlin 跨语言比对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三端互通实测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Linux 客户端 ↔ Windows 服务端、Windows 协议层 ↔ Linux 服务端，双向加密握手成功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文件传输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200 KB 随机文件往返，MD5 逐字节一致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语音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虚拟机里真录音 3 秒 → 上传成功；WAV 时长解析在真实录音上 1/2/5 秒全对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预编译包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202938"/>
                          </a:solidFill>
                          <a:latin typeface="微软雅黑"/>
                        </a:rPr>
                        <a:t>从 tar 包解出来直接跑，全程无 cmake、不装任何依赖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测试能跑起来，是后面所有「修 bug」动作的前提——没有测试就只能靠肉眼猜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安全设计：纵深防御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没有单点神话，是四层叠起来——每一层都假设上一层可能被绕过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1064240" cy="1042415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2161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第 1 层  传输加密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1848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ECDH P-256 握手 · HKDF-SHA256 派生 · AES-256-GCM 逐条认证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444752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抓包看不到密码与聊天内容；改一个字节就解不开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322576"/>
            <a:ext cx="11064240" cy="1042415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2368296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第 2 层  身份与信任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70632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TOFU 指纹：第一次记住，之后每次比对，变了就中止连接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596896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服务器密钥被换掉时，用户会立刻看到明确警告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74720"/>
            <a:ext cx="11064240" cy="1042415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520439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第 3 层  资源与准入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22776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连接数上限 · 单 IP 上限 · 握手超时 · 上传下载限速 · 发言间隔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74903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把「占着连接不说话」和「狂建连接」在入口掐掉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626864"/>
            <a:ext cx="11064240" cy="1042415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672583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第 4 层  凭据保护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PBKDF2-HMAC-SHA256 加盐 · 登录失败窗口封禁 · 密码不落盘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901183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6C7584"/>
                </a:solidFill>
                <a:latin typeface="微软雅黑"/>
              </a:rPr>
              <a:t>拖走账号文件也拿不到密码；在线暴破被时间窗限住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四层互相独立：加密被绕过仍有指纹，指纹被忽略仍有连接上限，上限被绕开仍有凭据哈希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压力与攻击实测（一）：防护是否真的生效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在 Kali 虚拟机上对着真服务端打出来的，不是估算值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4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286000"/>
                <a:gridCol w="6126480"/>
              </a:tblGrid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攻击方式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配置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实测结果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连接洪泛 200 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maxconnsperip = 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正好 60 条存活、140 条被拒——上限精确生效，服务端逐条记录拒绝原因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慢速连接耗尽 40 条 × 占住 25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handshaketimeout = 10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40/40 全部被按时断开；服务端日志出现 72 次 handshake timeout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暴力破解 12 次错误密码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loginfails = 5（5 分钟窗口）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12/12 全部被拒，攻击方一次都没登上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畸形数据 11 类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超长行 / 二进制乱字节 / 无换行灌数据 / 伪造 HELLO_OK / 未握手注入 ENC / 半包即断——全部未命中，服务端未崩溃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攻击后正常业务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新客户端仍能正常注册、登录、收发消息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内存占用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攻击全程稳定在 9.3–10.3 MB，无增长失控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复现方式：tools/loadtest.cpp（POSIX socket 手写，五个独立场景：flood / slowloris / badlogin / garbage / echo）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攻击对比曲线（一）：连接上限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目标连接数从 20 加到 300，存活数在 60 处硬性封顶</a:t>
            </a:r>
          </a:p>
        </p:txBody>
      </p:sp>
      <p:pic>
        <p:nvPicPr>
          <p:cNvPr id="3" name="Picture 2" descr="chart-conn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078992"/>
            <a:ext cx="9944100" cy="3977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93792"/>
            <a:ext cx="5486400" cy="1298448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68A57"/>
                </a:solidFill>
                <a:latin typeface="微软雅黑"/>
              </a:rPr>
              <a:t>读这张图要看什么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左侧蓝线在 60 处变成水平——上限是硬封顶，不是「大概拦一拦」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右侧红线严格 1:1：超出多少就拒多少，一条不漏也不多拒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193792"/>
            <a:ext cx="5486400" cy="1298448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F6FEB"/>
                </a:solidFill>
                <a:latin typeface="微软雅黑"/>
              </a:rPr>
              <a:t>数据来源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8 个测试点各有实测记录（20/40/60/80/100/150/200/300）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复现：tools/loadtest.cpp flood &lt;条数&gt;，配置见 linux/README.md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攻击对比曲线（二）：慢速耗尽的清理过程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30 条连上不登录的连接，在三种超时配置下全部被按时清掉</a:t>
            </a:r>
          </a:p>
        </p:txBody>
      </p:sp>
      <p:pic>
        <p:nvPicPr>
          <p:cNvPr id="3" name="Picture 2" descr="chart-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078992"/>
            <a:ext cx="9944100" cy="39776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5193792"/>
            <a:ext cx="5486400" cy="1298448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94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6C0C"/>
                </a:solidFill>
                <a:latin typeface="微软雅黑"/>
              </a:rPr>
              <a:t>读这张图要看什么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三条阶跃线精确落在设定值上（5 / 10 / 20 秒），没有延迟漂移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无论配置多长最终都清零——攻击者拿不到「一直占着」的结果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5193792"/>
            <a:ext cx="5486400" cy="1298448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9944" y="5285231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03A2B"/>
                </a:solidFill>
                <a:latin typeface="微软雅黑"/>
              </a:rPr>
              <a:t>服务端的处理方式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9944" y="5650992"/>
            <a:ext cx="51937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关闭前先回一条 ERROR「太久没有登录，连接已关闭」，用户看得懂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每次清理都进日志：实测一轮出现 72 次 handshake timeout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性能实测与安全边界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左边是能做到的，右边是明确做不到的——两栏都要看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5486400" cy="24231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性能与稳定性（实测）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16 客户端持续压测：处理 474,296 条消息，墙钟 2.4 秒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服务端 CPU 17 秒（多核并行，广播式分发）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空载内存 9.2 MB；攻击 + 压测全程 9.8–10.8 MB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全程零崩溃、零重启；单文件静态二进制，无外部依赖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200 条并发建连 6 ms（本机回环，非广域网指标）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吞吐与服务端日志逐条计数核对过，不是写缓冲假象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6144768" y="1170432"/>
            <a:ext cx="5486400" cy="2423160"/>
          </a:xfrm>
          <a:prstGeom prst="rect">
            <a:avLst/>
          </a:prstGeom>
          <a:solidFill>
            <a:srgbClr val="FDECEA"/>
          </a:solidFill>
          <a:ln w="15875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91072" y="1261872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3A2B"/>
                </a:solidFill>
                <a:latin typeface="微软雅黑"/>
              </a:rPr>
              <a:t>安全边界（明确做不到）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627632"/>
            <a:ext cx="5193792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主动中间人：裸 ECDH 没有身份认证，能劫持线路的人理论上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可以分别和两端握手——要挡它需要证书或预共享密钥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网络层大流量 DDoS：本项目只做应用层防护，流量清洗要靠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上游运营商 / 云清洗 / CDN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端到端加密：服务端能解密消息（它要转发、要存历史）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密码找回、多设备同步、消息签名——都没有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67328"/>
            <a:ext cx="11064240" cy="201168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858768"/>
            <a:ext cx="10771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为什么两栏要放在同一页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24528"/>
            <a:ext cx="1077163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单看左边会以为「这服务器打不死」，单看右边会以为「防护很弱」——都不对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实测数字证明的是「规则按设计生效」，不是「扛得住任何流量」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安全材料里最危险的不是「防护少」，而是「你以为防护了很多」；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  使用者按错误假设去用，风险比明说大得多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>
                <a:solidFill>
                  <a:srgbClr val="202938"/>
                </a:solidFill>
                <a:latin typeface="微软雅黑"/>
              </a:rPr>
              <a:t>· 这不是事后补的：项目从第一版加密起就在 crypto.h 里写着「不保护主动中间人」，README 照抄同一句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可调防护规则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所有防护都是运行时参数：改一行、重启即生效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79"/>
                <a:gridCol w="5394960"/>
                <a:gridCol w="2285999"/>
              </a:tblGrid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规则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默认值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maxconns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同时连接总数上限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maxconnsperip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同一 IP 的同时连接上限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loginfails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同 IP 每 5 分钟允许的登录失败次数，超出即封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handshaketimeout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连上后多少秒内必须登录，否则断开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30 秒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uploadrate / downloadrate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单客户端上传 / 下载限速（KB/s）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maxtextlen / maxtextlines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单条消息最大字符数 / 行数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chatinterval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发言最小间隔，防刷屏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0（不限）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documentsize / maxservertemp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单文件上限 / 暂存总量上限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64 MB / 1024 MB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默认只开握手超时是刻意的：先保证「拿下来就能用」，要上公网再按需开启——加固后的实测见前两页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几个真实的 bug（和它们为什么难查）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共同点：不报错、不崩，只是「结果悄悄不对」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88720"/>
          <a:ext cx="11064239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/>
                <a:gridCol w="6858000"/>
              </a:tblGrid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现象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真正的原因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桌面端所有自绘按钮突然不显示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SetWindowLongPtrW 的返回值被丢掉了，导致 CallWindowProcW 收到空指针——按钮画不出来，窗口还被永久置为无效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附件卡片完全不显示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FILE_OFFER 第一格是上传者昵称，被当成了附件 ID；又漏剥了消息里的 hh:mm 时间戳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三端握手永远失败，但没有任何报错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CNG 的私钥 blob 里标量是小端，OpenSSL 的 BIGNUM 是大端。不翻转的话「同一个标量」其实是两个数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取色盘点某个位置出来的是别的颜色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SV 方块的四角伸进了色环，命中测试先命中了色环——单元测试按采样点比对才抓出来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上传完不知道自己文件的附件 ID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50" b="0">
                          <a:solidFill>
                            <a:srgbClr val="202938"/>
                          </a:solidFill>
                          <a:latin typeface="微软雅黑"/>
                        </a:rPr>
                        <a:t>服务端只广播给别人，把上传者排除了；而 ID 是服务端分配的，客户端无从猜测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这五个里有四个是靠测试或服务端日志定位的，只有一个（按钮不显示）是用户先发现、再回头查的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AI 在项目里做了什么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公开说明：这个项目从第一行代码起就是 AI 结对开发的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88720"/>
            <a:ext cx="5440680" cy="2377440"/>
          </a:xfrm>
          <a:prstGeom prst="rect">
            <a:avLst/>
          </a:prstGeom>
          <a:solidFill>
            <a:srgbClr val="E8F1FE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F6FEB"/>
                </a:solidFill>
                <a:latin typeface="微软雅黑"/>
              </a:rPr>
              <a:t>AI 承担的部分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5148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全部代码的第一版：C++ / Kotlin / Python 都一样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设计并撰写中文注释（这个项目的注释密度很高）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跑构建、跑测试、读日志、定位失败原因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操作 Kali 虚拟机做跨平台验证（装工具链、传文件、跑 ctest）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写提交信息、README、以及这份 PPT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188720"/>
            <a:ext cx="5440680" cy="237744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45936" y="128016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人承担的部分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5936" y="1645920"/>
            <a:ext cx="51480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决定先做什么、后做什么（优先级全由人定）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在真机上试、给出界面反馈（「太挤」「太丑」「这按钮呢」）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定下项目约定：中文注释、不用 #define、避免 Python、先问再做安全相关写入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>
                <a:solidFill>
                  <a:srgbClr val="202938"/>
                </a:solidFill>
                <a:latin typeface="微软雅黑"/>
              </a:rPr>
              <a:t>· 仓库治理与发布决策（什么时候推 GitHub、发不发二进制）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11880"/>
            <a:ext cx="5486400" cy="2194560"/>
          </a:xfrm>
          <a:prstGeom prst="rect">
            <a:avLst/>
          </a:prstGeom>
          <a:solidFill>
            <a:srgbClr val="E6F6EE"/>
          </a:solidFill>
          <a:ln w="15875">
            <a:solidFill>
              <a:srgbClr val="168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703320"/>
            <a:ext cx="5193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168A57"/>
                </a:solidFill>
                <a:latin typeface="微软雅黑"/>
              </a:rPr>
              <a:t>AI 最有效的三个用法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69080"/>
            <a:ext cx="519379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① 写可被测试的纯逻辑：解析、判定、格式化全部抽成纯函数，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一有测试，后面每次修改都能立刻验证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② 交叉核对而不是相信「应该对」：写探针程序把中间量打出来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逐字节 diff，三端一致的三个坑就是这么找出来的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③ 顺着日志往下挖：加临时日志、看服务端记录、用 strace 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 实际发出去的字节，好几个 bug 几分钟内定位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3611880"/>
            <a:ext cx="5440680" cy="2194560"/>
          </a:xfrm>
          <a:prstGeom prst="rect">
            <a:avLst/>
          </a:prstGeom>
          <a:solidFill>
            <a:srgbClr val="FDF4E2"/>
          </a:solidFill>
          <a:ln w="15875">
            <a:solidFill>
              <a:srgbClr val="B0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370332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B06C0C"/>
                </a:solidFill>
                <a:latin typeface="微软雅黑"/>
              </a:rPr>
              <a:t>一个坦诚的比例估计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4069080"/>
            <a:ext cx="5148072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代码、注释、测试、文档、构建与验证脚本：绝大部分由 AI 产出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方向、取舍、验收标准、以及「什么算做完了」：全部由人决定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AI 更像执行力很强的实现者 + 不会累的验证者，而不是决策者。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  决策错了的时候（比如界面改版方向），返工成本也是真实的。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AI 真实搞砸的地方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这一页比上一页更有用——都是这个项目里实际发生的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14300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760720"/>
                <a:gridCol w="3017520"/>
              </a:tblGrid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翻车方式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具体发生了什么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后来的做法</a:t>
                      </a:r>
                    </a:p>
                  </a:txBody>
                  <a:tcPr marL="73152" marR="54864" marT="18288" marB="18288" anchor="ctr">
                    <a:solidFill>
                      <a:srgbClr val="16284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过度宽泛的批量替换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用词边界正则替换 SOCKET，把 SOL_SOCKET 改成了 SOL_sock::Handle，整个文件编不过，只能回退重来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替换改成按整行精确匹配，并写成脚本执行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对运行环境想当然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服务端进程还占着 exe，链接直接失败报 Permission denied，一度以为是代码问题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先看错误正文，再动手改代码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忽视自己写过的规则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测试脚本给服务端传位置参数 5599，实际参数是 --port，端口没生效，白折腾一轮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跑之前先确认命令行语法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工具链知识缺失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std::string 会间接引入 windows.h，把 winsock2.h 挡掉，报错却是「sock 未声明」，很误导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记住 winsock2 必须在任何标准库头之前</a:t>
                      </a:r>
                    </a:p>
                  </a:txBody>
                  <a:tcPr marL="73152" marR="54864" marT="18288" marB="18288" anchor="ctr">
                    <a:solidFill>
                      <a:srgbClr val="F3F5F8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自造的测试也写错过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把「时长未知」的 -1 当成非法值去断言，测试红了但产品是对的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100" b="0">
                          <a:solidFill>
                            <a:srgbClr val="202938"/>
                          </a:solidFill>
                          <a:latin typeface="微软雅黑"/>
                        </a:rPr>
                        <a:t>先想清楚语义，再写断言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" y="6053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00">
                <a:solidFill>
                  <a:srgbClr val="6C7584"/>
                </a:solidFill>
                <a:latin typeface="微软雅黑"/>
              </a:rPr>
              <a:t>这一页的价值在于：知道 AI 会怎么错，才知道该在哪些地方加检查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从这次开发里得到的结论</a:t>
            </a:r>
          </a:p>
          <a:p>
            <a:r>
              <a:rPr sz="1300">
                <a:solidFill>
                  <a:srgbClr val="A9C2E8"/>
                </a:solidFill>
                <a:latin typeface="微软雅黑"/>
              </a:rPr>
              <a:t>如果你也想用 AI 做这种规模的项目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一、测试不是「有空再写」，是让 AI 能干活的前提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没有测试的代码，改一处要重跑整个程序靠肉眼确认；有测试的模块，改完一条命令就知道对不对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这个项目里几乎每个真 bug 最后都变成了一条新的断言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二、跨平台 / 跨语言的项目，先立「一致性契约」再写业务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三端一致性不是靠小心，是靠同一套测试向量 + 明确的书面约定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字节序、字段顺序、输出布局这类事，一定要写进注释并配测试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16284A"/>
                </a:solidFill>
                <a:latin typeface="微软雅黑"/>
              </a:rPr>
              <a:t>三、AI 写的注释质量直接决定后期能不能维护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这个项目要求注释写「为什么」，包括被否决的方案和每个防护挡住的具体故障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回头看，正是这些注释让后面几轮的修改没有把前面的修复推翻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20293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B03A2B"/>
                </a:solidFill>
                <a:latin typeface="微软雅黑"/>
              </a:rPr>
              <a:t>四、人必须守住「验收标准」</a:t>
            </a:r>
          </a:p>
          <a:p>
            <a:pPr algn="l" lvl="1">
              <a:lnSpc>
                <a:spcPct val="115000"/>
              </a:lnSpc>
              <a:spcAft>
                <a:spcPts val="200"/>
              </a:spcAft>
            </a:pPr>
            <a:r>
              <a:rPr sz="1150">
                <a:solidFill>
                  <a:srgbClr val="202938"/>
                </a:solidFill>
                <a:latin typeface="微软雅黑"/>
              </a:rPr>
              <a:t>· AI 很容易把「编译通过 + 测试通过」当成做完了，但界面好不好看、体验顺不顺，只有人能判断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>
                <a:solidFill>
                  <a:srgbClr val="FFFFFF"/>
                </a:solidFill>
                <a:latin typeface="微软雅黑"/>
              </a:rPr>
              <a:t>现在就能试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468880"/>
            <a:ext cx="10058400" cy="2148840"/>
          </a:xfrm>
          <a:prstGeom prst="rect">
            <a:avLst/>
          </a:prstGeom>
          <a:solidFill>
            <a:srgbClr val="0E1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325880" y="265176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# 下载免编译的 Linux 包，解包就能跑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tar -xzf dchat-linux-x86_64.tar.gz &amp;&amp; cd dchat-linux-x86_64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chmod +x dchat_client dchat_server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./dchat_client --host 服务器地址 --port 5555 --user 名字 --pass 密码 --register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# 或者自己开一台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>
                <a:solidFill>
                  <a:srgbClr val="BFD4F2"/>
                </a:solidFill>
                <a:latin typeface="微软雅黑"/>
              </a:rPr>
              <a:t>./dchat_server --port 5555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github.com/dongfang20101113/DChat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Windows / 安卓 / Linux 三端 · 端到端加密 · 990+ 项测试检查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实测：连接上限精确生效 · 握手超时 40/40 断开 · 暴破 12/12 拦下 · 内存稳定 10 MB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A9C2E8"/>
                </a:solidFill>
                <a:latin typeface="微软雅黑"/>
              </a:rPr>
              <a:t>欢迎试用、提问题、或者直接拿去改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